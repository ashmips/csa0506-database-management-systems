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C8C4E-9E3C-4366-A770-7F11D489DD8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2893-C59D-4DC2-80F5-E615700CD83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62893-C59D-4DC2-80F5-E615700CD835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2A332-AC78-49BD-B06C-B2552B35C0E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9D728-6A75-4505-A293-7B35FEC9C8C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59381"/>
            <a:ext cx="9144000" cy="1931212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Database Management System (DBMS)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87205" y="5021530"/>
            <a:ext cx="3065069" cy="1931212"/>
          </a:xfrm>
        </p:spPr>
        <p:txBody>
          <a:bodyPr>
            <a:normAutofit/>
          </a:bodyPr>
          <a:lstStyle/>
          <a:p>
            <a:pPr algn="l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Ashmi.P.S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44" y="253579"/>
            <a:ext cx="9582911" cy="882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1460"/>
            <a:ext cx="10515600" cy="782727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DBMS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706" y="1975915"/>
            <a:ext cx="11280038" cy="46077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DBMS?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stands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software used to create, store, manage, and retrieve data.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an interface between users and the database.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secure and organized data storage.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MySQL, Oracle, SQL Server, PostgreSQL.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DBMS is Needed?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large amounts of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duplicate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data security.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faster data access.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multiple users simultaneously.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44" y="166828"/>
            <a:ext cx="9582911" cy="8829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738" y="2393265"/>
            <a:ext cx="3934550" cy="35320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1910"/>
            <a:ext cx="10515600" cy="69860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Features of DBMS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422" y="2051915"/>
            <a:ext cx="4652468" cy="4366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data redundancy.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data consistency.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data security.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concurrent user access.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sharing.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backup and recovery.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database performance.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44" y="166828"/>
            <a:ext cx="9582911" cy="882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1114" y="2051915"/>
            <a:ext cx="365370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Management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Control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&amp; Recovery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 Access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Processing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104595"/>
            <a:ext cx="10695432" cy="702259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DBMS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749" y="2143354"/>
            <a:ext cx="10849051" cy="403360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Software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Administrator (DBA)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(Structured Query Language)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44" y="166828"/>
            <a:ext cx="9582911" cy="8829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871" y="1945843"/>
            <a:ext cx="4856395" cy="4429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1443"/>
            <a:ext cx="10515600" cy="6592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Applications of DBMS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29108" y="1848879"/>
            <a:ext cx="5157787" cy="82391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29108" y="2830982"/>
            <a:ext cx="5368468" cy="35478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data access.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security.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and recovery.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data management.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users.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duplication.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172200" y="1848879"/>
            <a:ext cx="5183188" cy="82391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360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6172200" y="2830981"/>
            <a:ext cx="5183188" cy="35478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Colleges &amp; Universities.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Websites.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Airline Reservation Systems.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44" y="148539"/>
            <a:ext cx="9582911" cy="882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9635"/>
          </a:xfrm>
        </p:spPr>
        <p:txBody>
          <a:bodyPr>
            <a:noAutofit/>
          </a:bodyPr>
          <a:p>
            <a:pPr algn="ctr"/>
            <a:r>
              <a:rPr lang="en-US" sz="96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9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1381</Words>
  <Application>WPS Presentation</Application>
  <PresentationFormat>Widescreen</PresentationFormat>
  <Paragraphs>75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Microsoft YaHei</vt:lpstr>
      <vt:lpstr>Arial Unicode MS</vt:lpstr>
      <vt:lpstr>Aptos Display</vt:lpstr>
      <vt:lpstr>Segoe UI Variable Display</vt:lpstr>
      <vt:lpstr>Aptos</vt:lpstr>
      <vt:lpstr>Segoe UI</vt:lpstr>
      <vt:lpstr>Office Theme</vt:lpstr>
      <vt:lpstr>Introduction to Database Management System (DBMS)</vt:lpstr>
      <vt:lpstr>Definition of DBMS</vt:lpstr>
      <vt:lpstr>Objectives and Features of DBMS</vt:lpstr>
      <vt:lpstr>Components of DBMS</vt:lpstr>
      <vt:lpstr>Advantages &amp; Applications of DBMS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ASHMI PS</dc:creator>
  <cp:lastModifiedBy>ASHMI PS</cp:lastModifiedBy>
  <cp:revision>2</cp:revision>
  <dcterms:created xsi:type="dcterms:W3CDTF">2026-07-21T03:56:00Z</dcterms:created>
  <dcterms:modified xsi:type="dcterms:W3CDTF">2026-07-23T08:39:29Z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84DF2E05A1F34054AADF6AA328485F32_13</vt:lpwstr>
  </property>
  <property fmtid="{D5CDD505-2E9C-101B-9397-08002B2CF9AE}" pid="3" name="KSOProductBuildVer">
    <vt:lpwstr>1033-12.1.0.26880</vt:lpwstr>
  </property>
</Properties>
</file>